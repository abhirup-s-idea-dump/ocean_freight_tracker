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SLIDE 1 OF 3 • PROBLEM STATEMENT &amp;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Ocean Freight Rate &amp; Shipment Tracker (Bluspark OceanOS)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300" b="1">
                <a:solidFill>
                  <a:srgbClr val="F43F5E"/>
                </a:solidFill>
                <a:latin typeface="Arial"/>
              </a:defRPr>
            </a:pPr>
            <a:r>
              <a:t>1. THE PROBLEM SPACE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Rate Fragmentation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Shipping tariffs remain locked in disconnected PDFs and spreadsheets. Importers struggle to compare rates and miss optimal carrier contracts.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Schedule Blindspots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Delayed vessels go unnoticed until after scheduled ETA, creating warehouse idling and expensive port demurrage penalties.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Billing Overcharges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Invoices routinely exceed contracted rates without automated cross-verification before payment release.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Manual Data Re-Keying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Operational staff waste hours manually typing email rate sheets and status updates into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737360"/>
            <a:ext cx="3328416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2. ARCHITECTURAL APPROACH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Unified Single-Page App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FastAPI ASGI backend paired with modern Tailwind CSS glassmorphic reactive frontend for instant zero-lag interaction.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Dynamic Route Constraint Graph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Origin selection dynamically filters destination ports to only valid contracted liner lanes, preventing invalid queries.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Rule-Based Status Telemetry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Autonomous state machine: checks delivered date, overdue ETAs against reference calendar, and carrier advisories.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Automated Audit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Pre-payment reconciliation engine computes discrepancy variances down to the cent in both USD and INR.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737360"/>
            <a:ext cx="3328416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3. THE 4 CORE MODULES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Module 1: Rate Search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Instantly compare carriers across routes &amp; 20ft/40ft containers; highlights cheapest carrier and calculates potential savings.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Module 2: Shipment Tracker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Live milestone tracking with computed In Transit, Delivered, and Delayed statuses + one-click Excel/CSV data export.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Module 3: Invoice Checker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Verifies billed freight against contracted tariffs; flags OVERCHARGED, CORRECT, or UNDERCHARGED with exact amounts.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Module 4: Email Ingestion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Regex NLP parser ingests 14 sample emails, auto-updating tariffs &amp; statuses while quarantining newsletters and OOO messages.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SLIDE 2 OF 3 • TECH STACK &amp;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Modern Full-Stack Architecture &amp; Security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Zero-bloat, high-performance technology stack designed for enterprise reliability and serverless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23744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rtlCol="0" anchor="ctr"/>
          <a:lstStyle/>
          <a:p>
            <a:pPr algn="ctr">
              <a:defRPr sz="950" b="1">
                <a:solidFill>
                  <a:srgbClr val="06B6D4"/>
                </a:solidFill>
                <a:latin typeface="Arial"/>
              </a:defRPr>
            </a:pPr>
            <a:r>
              <a:t>BACKEND API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FastAPI + Uvicorn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Python 3.10 - 3.14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Native async ASGI architecture with microsecond request latencies.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Pydantic v2 Schemas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Strict runtime request/response validation ensuring zero malformed payloads.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RESTful Modular Design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Separated domain endpoints for rates, tracking, invoices, emails, and auth.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Built-in Swagger Docs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Auto-generated OpenAPI documentation accessible live at /docs.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523744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rtlCol="0" anchor="ctr"/>
          <a:lstStyle/>
          <a:p>
            <a:pPr algn="ctr">
              <a:defRPr sz="950" b="1">
                <a:solidFill>
                  <a:srgbClr val="0EA5E9"/>
                </a:solidFill>
                <a:latin typeface="Arial"/>
              </a:defRPr>
            </a:pPr>
            <a:r>
              <a:t>DATABASE &amp; STORAGE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SQLite 3 Relational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ACID Relational Schema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Normalized tables: users, carrier_rates, shipments, invoice_audit, email_logs.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Composite Indexes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Indexes on (origin_port, destination_port, container_type) for O(1) rate queries.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Automated CSV Seeding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Auto-populates 100 carrier rates and 20 sample shipments on initial startup.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Serverless /tmp Engine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Auto-detects Vercel environment and routes writes to writable /tmp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23744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rtlCol="0" anchor="ctr"/>
          <a:lstStyle/>
          <a:p>
            <a:pPr algn="ctr">
              <a:defRPr sz="950" b="1">
                <a:solidFill>
                  <a:srgbClr val="6366F1"/>
                </a:solidFill>
                <a:latin typeface="Arial"/>
              </a:defRPr>
            </a:pPr>
            <a:r>
              <a:t>SECURITY &amp; AUTH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PBKDF2 Cryptography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100,000 Iterations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Passwords hashed with PBKDF2-HMAC-SHA256 and unique 16-byte random salts.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Role Governance (RBAC)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Admin (Director) vs User (Specialist) access levels enforced on mutations.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Stateless HMAC Tokens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Tamper-proof signed session tokens with expiration and cookie fallback.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Credential Storage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Live registration endpoint stores encrypted credentials directly in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523744" cy="457200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rtlCol="0" anchor="ctr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FRONTEND &amp; UI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Tailwind + Chart.js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Glassmorphism Dark Theme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Maritime space-navy palette (#060a13) with translucent blur panels.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Chart.js Telemetry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Interactive live doughnut visualization of fleet consignment statuses.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Dynamic DOM State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Vanilla ES6+ state management without bulky SPA framework overhead.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CSV Export Engine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Real-time streaming export of complete shipment reconciliation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SLIDE 3 OF 3 • IMPLEMENTATION RESULTS &amp;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Delivered Outcomes, Audit Results &amp; Sustainability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Evaluated on 100 benchmark rates, 20 live shipments, and 14 autonomous dispatch emails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BILLING LEAKAGE RECOVERED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$745.00 USD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₹62,207.50 INR audited across 20 shipments. 3 overcharged carrier invoices instantly caught.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737360"/>
            <a:ext cx="3328416" cy="201168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EMAIL PARSING EFFICIENCY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100% Ingestion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14 plain-text emails: 5 rate tariffs updated, 5 shipment statuses synced, 4 noise emails filtered.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737360"/>
            <a:ext cx="3328416" cy="201168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FLEET ON-WATER VISIBILITY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20 Active Consignments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11 In Transit, 6 Port Discharged, 3 Delayed alerts dynamically monitored with zero 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725912" cy="2331720"/>
          </a:xfrm>
          <a:prstGeom prst="roundRect">
            <a:avLst/>
          </a:prstGeom>
          <a:solidFill>
            <a:srgbClr val="0D1526"/>
          </a:solidFill>
          <a:ln>
            <a:solidFill>
              <a:srgbClr val="18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200" b="1">
                <a:solidFill>
                  <a:srgbClr val="0EA5E9"/>
                </a:solidFill>
                <a:latin typeface="Arial"/>
              </a:defRPr>
            </a:pPr>
            <a:r>
              <a:t>OFFICIAL 3-MINUTE DEMO SCRIPT &amp; EVALUATION ROADMAP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▶ Minute 1: Authentication &amp; Rate Procurement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Log in via cryptographic portal (Admin/User). Navigate to Tariff Search, select Nhava Sheva ➔ Los Angeles (20ft). Show dynamic destination filtering, cheapest carrier highlight ($2,040 BlueWave), and instant USD/INR cost savings benchmark.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▶ Minute 2: Fleet Milestones &amp; Invoice Audit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Open Fleet Tracker: show live doughnut status chart (11 In Transit, 6 Delivered, 3 Delayed). Filter by carrier or Delayed status. Open Invoice Checker: audit SHP1001, proving automated detection of $745 total overcharges.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▶ Minute 3: Autonomous Email Ingestion &amp; Sustainability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Trigger Batch Dispatch Ingestion: parse 14 unformatted emails. Show 5 rate tariff updates, 5 shipment alerts, and 4 filtered newsletters without crash. Test custom email in sandbox. Explain sustainability impact: eliminating demurrage fuel waste.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877</Words>
  <Application>Microsoft Office PowerPoint</Application>
  <PresentationFormat>Widescreen</PresentationFormat>
  <Paragraphs>91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Abhirup Roy</cp:lastModifiedBy>
  <cp:revision>2</cp:revision>
  <dcterms:created xsi:type="dcterms:W3CDTF">2013-01-27T09:14:16Z</dcterms:created>
  <dcterms:modified xsi:type="dcterms:W3CDTF">2026-10-11T13:17:57Z</dcterms:modified>
  <cp:category/>
</cp:coreProperties>
</file>